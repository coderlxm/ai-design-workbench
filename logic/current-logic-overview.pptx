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Design Workbench 当前代码逻辑复盘</dc:title>
  <dc:subject>当前代码逻辑总览（便于复盘与对外表达）</dc:subject>
  <dc:creator/>
  <cp:lastModifiedBy/>
  <cp:revision>1</cp:revision>
  <dcterms:created xsi:type="dcterms:W3CDTF">2026-05-20T17:12:22Z</dcterms:created>
  <dcterms:modified xsi:type="dcterms:W3CDTF">2026-05-20T17:12:22Z</dcterms:modified>
</cp:coreProperties>
</file>